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8" r:id="rId4"/>
    <p:sldId id="257" r:id="rId5"/>
    <p:sldId id="262" r:id="rId6"/>
    <p:sldId id="259" r:id="rId7"/>
    <p:sldId id="264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1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832" y="13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F7737-8D50-BAEF-FC77-B63839AF8E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867ED0C-9B2F-45C5-1B8C-6900DC5B5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AB07832-7D4C-3E37-89B2-D27473AFF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1B7E57-099E-56B4-FF2C-3C9D5B5B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767AF38-A399-83F6-E180-9407A7A80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4450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71DD35-84D4-F5CB-D4A5-46EEEBDF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9E13F38-FC97-5A70-CDCF-49F197D6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8C0AD5D-1499-7771-8B80-9B53DA9A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F72F747-C317-18A3-20E6-545DBC566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069E267-965E-D8AE-04C8-98D755DF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7816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8F118-F820-823B-6E4B-A999BF44A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261812-9434-F0FD-561B-8CA0D2662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D75AA6D-E274-B188-25BB-22CD11BF8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BEAA28-E9C4-C257-AB8B-76195F95F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84672D-88D6-8E4C-E1CB-B5EF0B56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133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1C008-DB09-90CC-9BB2-A2ADBC920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65B9A1-43D9-FB53-158E-FC507A628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EF73027-52FB-4F59-E267-F14D8A478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942E57C-B4AD-E2F7-B5D8-A390CB9B0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39310AA-2E71-1F94-0069-04C2822DC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7DB71A3-5688-66F0-7819-C2EC4F91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6515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21A26-AB5C-69FE-3955-B054F2B77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3CB2EF2-E9A0-BF74-D7AB-878349021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D693B77-2052-6E84-8169-E5C22CFD1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EE45D1-EA07-3B10-9870-1C02473CA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4791CE69-6B27-3838-8171-6454C4540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B563E15-43EB-CFDB-532B-F4B1B4CB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F64BF22A-010C-811C-DD06-52F78E1B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4410C44C-D8BB-FE30-55A9-6E179D4F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7254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9D5F16-2965-FD83-5F95-A5D53DF24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E10BCC7-F91A-23FE-C53A-45CE4AC34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7828416-4570-3187-B427-7585441F9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E573832-C613-0CFB-4CCA-CB424962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30081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D5F051-3134-9609-8495-2CB64782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92C0F80-2BDF-763B-A639-7A78B60B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34050F6-E018-5419-F7D5-3B88D3F77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102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8586EB-5734-54FE-2D48-C7FBA7501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713EF4D-BC18-025E-FD73-F3C1E2E08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F031841-621E-8555-C626-89E3C57D3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66CA9D8-AF6A-841A-E3C5-9D7705AE6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83EB0EF-2303-967D-93C7-268285053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FAB8FD-2768-7C68-B1C2-5CCD232F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656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1B3F45-56E3-E5A5-9F57-7B6034F54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00F817E8-D951-E12D-2BAA-94D60D7357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E8E0289-07A8-B8F6-8797-CDB6473E9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A272D3D-5187-EC46-7CFE-19AA98483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47A7280-B627-F314-081F-DC26D259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1F8087F-2B6C-FED9-DC8B-364B3B71E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664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D852EF-01F8-1508-8AC2-ECA7FDBCA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60A20A4-C575-AAE2-2240-F40DDCFD4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A2A22D-B563-6799-FD0E-FC9222EE8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99AD83-53E3-58EF-4556-2D5BD450C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E2259B9-5E40-B8F2-5D46-69C94316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4354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8FFB518-7CCD-3492-187F-CB8A658CB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01A2B3E-ED76-9740-0609-73417C89D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1868A8-8EF6-759E-9665-454AEAF27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CE15EAE-95EC-69EC-B08D-7C6916DAA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7A6070C-F3D1-F38B-781C-C89AD864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0160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DFF762A-9505-673F-EB0D-B091437E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663ACC-15AF-3DD2-4779-ED0A8F5B8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4CF0C9-7465-7C20-5D9D-17B16ED0FD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406A7-AD3C-4C1E-91A4-F71E416D5173}" type="datetimeFigureOut">
              <a:rPr lang="nl-BE" smtClean="0"/>
              <a:t>31/05/2026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0FFEDE3-0E03-F1AE-077A-8CBF5E41E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5A14D2A-4F63-9DF5-7164-37A611960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7BED4-54CE-41A4-BE9B-8F3D0D281649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919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608C3B-EF2D-C988-FA15-1C4FC473E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8716" y="955309"/>
            <a:ext cx="7074568" cy="2898975"/>
          </a:xfrm>
        </p:spPr>
        <p:txBody>
          <a:bodyPr>
            <a:normAutofit/>
          </a:bodyPr>
          <a:lstStyle/>
          <a:p>
            <a:r>
              <a:rPr lang="nl-NL" sz="6600">
                <a:solidFill>
                  <a:srgbClr val="FFFFFF"/>
                </a:solidFill>
              </a:rPr>
              <a:t>Vulkan Renderer</a:t>
            </a:r>
            <a:endParaRPr lang="nl-BE" sz="66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1067BC0-04CE-0012-C01B-2C14C0266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4916" y="4533813"/>
            <a:ext cx="6930189" cy="938463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FFFFFF"/>
                </a:solidFill>
              </a:rPr>
              <a:t>Senne Goeminne</a:t>
            </a:r>
            <a:endParaRPr lang="nl-BE" dirty="0">
              <a:solidFill>
                <a:srgbClr val="FFFFFF"/>
              </a:solidFill>
            </a:endParaRP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68D1007-4B72-3907-D981-AB35A4603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000"/>
              <a:t>Core Architecture</a:t>
            </a:r>
            <a:endParaRPr lang="nl-BE" sz="5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AF759AF-8B03-F433-ADD6-1CABE8628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General </a:t>
            </a:r>
            <a:r>
              <a:rPr lang="nl-NL" sz="2200" dirty="0" err="1"/>
              <a:t>Rule</a:t>
            </a:r>
            <a:r>
              <a:rPr lang="nl-NL" sz="2200" dirty="0"/>
              <a:t>: </a:t>
            </a:r>
            <a:r>
              <a:rPr lang="nl-NL" sz="2200" dirty="0" err="1"/>
              <a:t>structs</a:t>
            </a:r>
            <a:r>
              <a:rPr lang="nl-NL" sz="2200" dirty="0"/>
              <a:t> as data </a:t>
            </a:r>
            <a:r>
              <a:rPr lang="nl-NL" sz="2200" dirty="0" err="1"/>
              <a:t>wrappers</a:t>
            </a:r>
            <a:r>
              <a:rPr lang="nl-NL" sz="2200" dirty="0"/>
              <a:t> </a:t>
            </a:r>
            <a:r>
              <a:rPr lang="nl-NL" sz="2200" dirty="0" err="1"/>
              <a:t>with</a:t>
            </a:r>
            <a:r>
              <a:rPr lang="nl-NL" sz="2200" dirty="0"/>
              <a:t> helper </a:t>
            </a:r>
            <a:r>
              <a:rPr lang="nl-NL" sz="2200" dirty="0" err="1"/>
              <a:t>functions</a:t>
            </a:r>
            <a:endParaRPr lang="nl-NL" sz="2200" dirty="0"/>
          </a:p>
          <a:p>
            <a:r>
              <a:rPr lang="nl-NL" sz="2200" dirty="0" err="1"/>
              <a:t>Groups</a:t>
            </a:r>
            <a:r>
              <a:rPr lang="nl-NL" sz="2200" dirty="0"/>
              <a:t> </a:t>
            </a:r>
            <a:r>
              <a:rPr lang="nl-NL" sz="2200" dirty="0" err="1"/>
              <a:t>related</a:t>
            </a:r>
            <a:r>
              <a:rPr lang="nl-NL" sz="2200" dirty="0"/>
              <a:t> data</a:t>
            </a:r>
          </a:p>
          <a:p>
            <a:r>
              <a:rPr lang="nl-NL" sz="2200" dirty="0" err="1"/>
              <a:t>Stateless</a:t>
            </a:r>
            <a:r>
              <a:rPr lang="nl-NL" sz="2200" dirty="0"/>
              <a:t> </a:t>
            </a:r>
            <a:r>
              <a:rPr lang="nl-NL" sz="2200" dirty="0" err="1"/>
              <a:t>objects</a:t>
            </a:r>
            <a:r>
              <a:rPr lang="nl-NL" sz="2200" dirty="0"/>
              <a:t>, </a:t>
            </a:r>
            <a:r>
              <a:rPr lang="nl-NL" sz="2200" dirty="0" err="1"/>
              <a:t>passed</a:t>
            </a:r>
            <a:r>
              <a:rPr lang="nl-NL" sz="2200" dirty="0"/>
              <a:t> </a:t>
            </a:r>
            <a:r>
              <a:rPr lang="nl-NL" sz="2200" dirty="0" err="1"/>
              <a:t>explicitly</a:t>
            </a:r>
            <a:r>
              <a:rPr lang="nl-NL" sz="2200" dirty="0"/>
              <a:t> </a:t>
            </a:r>
            <a:r>
              <a:rPr lang="nl-NL" sz="2200" dirty="0" err="1"/>
              <a:t>when</a:t>
            </a:r>
            <a:r>
              <a:rPr lang="nl-NL" sz="2200" dirty="0"/>
              <a:t> </a:t>
            </a:r>
            <a:r>
              <a:rPr lang="nl-NL" sz="2200" dirty="0" err="1"/>
              <a:t>needed</a:t>
            </a:r>
            <a:endParaRPr lang="nl-NL" sz="2200" dirty="0"/>
          </a:p>
          <a:p>
            <a:r>
              <a:rPr lang="nl-NL" sz="2200" dirty="0" err="1"/>
              <a:t>Exception</a:t>
            </a:r>
            <a:r>
              <a:rPr lang="nl-NL" sz="2200" dirty="0"/>
              <a:t>: class </a:t>
            </a:r>
            <a:r>
              <a:rPr lang="nl-NL" sz="2200" dirty="0" err="1"/>
              <a:t>when</a:t>
            </a:r>
            <a:r>
              <a:rPr lang="nl-NL" sz="2200" dirty="0"/>
              <a:t> private data is </a:t>
            </a:r>
            <a:r>
              <a:rPr lang="nl-NL" sz="2200" dirty="0" err="1"/>
              <a:t>required</a:t>
            </a:r>
            <a:endParaRPr lang="nl-BE" sz="22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37E9AB-2113-9B1F-9045-2F6453C11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35" y="419453"/>
            <a:ext cx="4312687" cy="238775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FA678720-E5E3-767A-B0C0-AFBF9FB54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879" y="3031496"/>
            <a:ext cx="7378373" cy="318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643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1B3BA9-D8B6-9C54-D306-4B1AF5E4A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/>
              <a:t>Diagram</a:t>
            </a:r>
            <a:endParaRPr lang="nl-BE" sz="54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9A979B-EFA2-2DFC-A22C-6ACF0A470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/>
              <a:t>Black = </a:t>
            </a:r>
            <a:r>
              <a:rPr lang="nl-NL" sz="2200" dirty="0" err="1"/>
              <a:t>Structs</a:t>
            </a:r>
            <a:endParaRPr lang="nl-NL" sz="2200" dirty="0"/>
          </a:p>
          <a:p>
            <a:r>
              <a:rPr lang="nl-NL" sz="2200" dirty="0">
                <a:solidFill>
                  <a:srgbClr val="0070C0"/>
                </a:solidFill>
              </a:rPr>
              <a:t>Blue = Classes</a:t>
            </a:r>
          </a:p>
          <a:p>
            <a:r>
              <a:rPr lang="nl-NL" sz="2200" dirty="0" err="1">
                <a:solidFill>
                  <a:srgbClr val="7030A0"/>
                </a:solidFill>
              </a:rPr>
              <a:t>Purple</a:t>
            </a:r>
            <a:r>
              <a:rPr lang="nl-NL" sz="2200" dirty="0">
                <a:solidFill>
                  <a:srgbClr val="7030A0"/>
                </a:solidFill>
              </a:rPr>
              <a:t> = </a:t>
            </a:r>
            <a:r>
              <a:rPr lang="nl-NL" sz="2200" dirty="0" err="1">
                <a:solidFill>
                  <a:srgbClr val="7030A0"/>
                </a:solidFill>
              </a:rPr>
              <a:t>Creation</a:t>
            </a:r>
            <a:endParaRPr lang="nl-NL" sz="2200" dirty="0">
              <a:solidFill>
                <a:srgbClr val="7030A0"/>
              </a:solidFill>
            </a:endParaRPr>
          </a:p>
          <a:p>
            <a:r>
              <a:rPr lang="nl-NL" sz="2200" dirty="0">
                <a:solidFill>
                  <a:schemeClr val="bg2">
                    <a:lumMod val="50000"/>
                  </a:schemeClr>
                </a:solidFill>
              </a:rPr>
              <a:t>Gray = </a:t>
            </a:r>
            <a:r>
              <a:rPr lang="nl-NL" sz="2200" dirty="0" err="1">
                <a:solidFill>
                  <a:schemeClr val="bg2">
                    <a:lumMod val="50000"/>
                  </a:schemeClr>
                </a:solidFill>
              </a:rPr>
              <a:t>Dependency</a:t>
            </a:r>
            <a:endParaRPr lang="nl-BE" sz="2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F767718-1730-5467-63A9-144428C841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711" y="640080"/>
            <a:ext cx="6284890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358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1587885-16DA-0BF6-0282-C42B0DEA6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400"/>
              <a:t>Object Creation : Builder Pattern	</a:t>
            </a:r>
            <a:endParaRPr lang="nl-BE" sz="340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AC2BAA41-0790-6C01-2B1B-5D4C55E8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Complex resources</a:t>
            </a:r>
          </a:p>
          <a:p>
            <a:r>
              <a:rPr lang="nl-NL" sz="2200" dirty="0" err="1"/>
              <a:t>Many</a:t>
            </a:r>
            <a:r>
              <a:rPr lang="nl-NL" sz="2200" dirty="0"/>
              <a:t> parameters / </a:t>
            </a:r>
            <a:r>
              <a:rPr lang="nl-NL" sz="2200" dirty="0" err="1"/>
              <a:t>dependencies</a:t>
            </a:r>
            <a:endParaRPr lang="nl-NL" sz="2200" dirty="0"/>
          </a:p>
          <a:p>
            <a:r>
              <a:rPr lang="nl-NL" sz="2200" dirty="0" err="1"/>
              <a:t>RenderPass</a:t>
            </a:r>
            <a:r>
              <a:rPr lang="nl-NL" sz="2200" dirty="0"/>
              <a:t>, Image,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r>
              <a:rPr lang="nl-NL" sz="2200" dirty="0"/>
              <a:t>, …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C34049E0-327B-458F-3672-D937C8544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919517"/>
            <a:ext cx="10917936" cy="2702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23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9A49E1-000C-0360-4D49-756B1D649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700"/>
              <a:t>Object Creation : Create method</a:t>
            </a:r>
            <a:endParaRPr lang="nl-BE" sz="3700"/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0CD45C65-3944-4588-89E7-5FA8857ED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 dirty="0"/>
              <a:t>Few </a:t>
            </a:r>
            <a:r>
              <a:rPr lang="nl-NL" sz="2200"/>
              <a:t>dependencies</a:t>
            </a:r>
            <a:endParaRPr lang="nl-NL" sz="2200" dirty="0"/>
          </a:p>
          <a:p>
            <a:r>
              <a:rPr lang="nl-NL" sz="2200" dirty="0"/>
              <a:t>More </a:t>
            </a:r>
            <a:r>
              <a:rPr lang="nl-NL" sz="2200"/>
              <a:t>straightforward</a:t>
            </a:r>
            <a:r>
              <a:rPr lang="nl-NL" sz="2200" dirty="0"/>
              <a:t> setup</a:t>
            </a:r>
          </a:p>
          <a:p>
            <a:r>
              <a:rPr lang="nl-NL" sz="2200" dirty="0"/>
              <a:t>Buffer, Swapchain, </a:t>
            </a:r>
            <a:r>
              <a:rPr lang="nl-NL" sz="2200"/>
              <a:t>SyncManager</a:t>
            </a:r>
            <a:r>
              <a:rPr lang="nl-NL" sz="2200" dirty="0"/>
              <a:t>, …</a:t>
            </a:r>
          </a:p>
          <a:p>
            <a:endParaRPr lang="nl-BE" sz="2200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41AD5178-EEFD-97D0-221C-07CBD3A47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433" y="2656481"/>
            <a:ext cx="8669134" cy="351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212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0A61F5-4562-1533-25FD-8165F645F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 err="1"/>
              <a:t>Core</a:t>
            </a:r>
            <a:r>
              <a:rPr lang="nl-NL" sz="5400" dirty="0"/>
              <a:t> : Context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621294-B7E6-514A-1635-BC04BDA9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Centralizes</a:t>
            </a:r>
            <a:r>
              <a:rPr lang="nl-NL" sz="2200" dirty="0"/>
              <a:t> </a:t>
            </a:r>
            <a:r>
              <a:rPr lang="nl-NL" sz="2200" dirty="0" err="1"/>
              <a:t>Core</a:t>
            </a:r>
            <a:r>
              <a:rPr lang="nl-NL" sz="2200" dirty="0"/>
              <a:t> </a:t>
            </a:r>
            <a:r>
              <a:rPr lang="nl-NL" sz="2200" dirty="0" err="1"/>
              <a:t>Components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Passed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function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 err="1">
                <a:latin typeface="Aptos" panose="02110004020202020204"/>
              </a:rPr>
              <a:t>Config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allows</a:t>
            </a:r>
            <a:r>
              <a:rPr lang="nl-NL" sz="2200" dirty="0">
                <a:latin typeface="Aptos" panose="02110004020202020204"/>
              </a:rPr>
              <a:t> easy </a:t>
            </a:r>
            <a:r>
              <a:rPr lang="nl-NL" sz="2200" dirty="0" err="1">
                <a:latin typeface="Aptos" panose="02110004020202020204"/>
              </a:rPr>
              <a:t>expansion</a:t>
            </a:r>
            <a:r>
              <a:rPr lang="nl-NL" sz="2200" dirty="0">
                <a:latin typeface="Aptos" panose="02110004020202020204"/>
              </a:rPr>
              <a:t> 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67CE75A-847F-987F-F950-310B29C62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326" y="639520"/>
            <a:ext cx="6903720" cy="341734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63725BF9-E64E-9C69-FDC2-0C7C44CAD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5" y="4203699"/>
            <a:ext cx="4615079" cy="156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058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0C8BE-57A6-86C8-C333-4DC192E3C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9709A5-34ED-7F7A-A508-D68CDA7A4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30677-1E0D-656B-5B61-5862953C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nl-NL" sz="5400" dirty="0"/>
              <a:t>Scene Data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A211C8BB-D371-A2D1-2AD3-3316F7AF4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A3A648D-CBAA-B9A1-E70A-ED7C75FE3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nl-NL" sz="2200" dirty="0" err="1"/>
              <a:t>Parsed</a:t>
            </a:r>
            <a:r>
              <a:rPr lang="nl-NL" sz="2200" dirty="0"/>
              <a:t> </a:t>
            </a:r>
            <a:r>
              <a:rPr lang="nl-NL" sz="2200" dirty="0" err="1"/>
              <a:t>from</a:t>
            </a:r>
            <a:r>
              <a:rPr lang="nl-NL" sz="2200" dirty="0"/>
              <a:t> GLTF file</a:t>
            </a:r>
            <a:endParaRPr lang="nl-BE" sz="2200" dirty="0"/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Scene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holds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all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data (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avoids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nl-NL" sz="22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duplication</a:t>
            </a:r>
            <a:r>
              <a:rPr kumimoji="0" lang="nl-NL" sz="2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</a:t>
            </a:r>
          </a:p>
          <a:p>
            <a:pPr marL="228600" marR="0" lvl="0" indent="-228600" defTabSz="914400" rtl="0" eaLnBrk="1" fontAlgn="auto" latinLnBrk="0" hangingPunct="1"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nl-NL" sz="2200" dirty="0">
                <a:latin typeface="Aptos" panose="02110004020202020204"/>
              </a:rPr>
              <a:t>Resources are </a:t>
            </a:r>
            <a:r>
              <a:rPr lang="nl-NL" sz="2200" dirty="0" err="1">
                <a:latin typeface="Aptos" panose="02110004020202020204"/>
              </a:rPr>
              <a:t>referenced</a:t>
            </a:r>
            <a:r>
              <a:rPr lang="nl-NL" sz="2200" dirty="0">
                <a:latin typeface="Aptos" panose="02110004020202020204"/>
              </a:rPr>
              <a:t> </a:t>
            </a:r>
            <a:r>
              <a:rPr lang="nl-NL" sz="2200" dirty="0" err="1">
                <a:latin typeface="Aptos" panose="02110004020202020204"/>
              </a:rPr>
              <a:t>using</a:t>
            </a:r>
            <a:r>
              <a:rPr lang="nl-NL" sz="2200" dirty="0">
                <a:latin typeface="Aptos" panose="02110004020202020204"/>
              </a:rPr>
              <a:t> indices</a:t>
            </a:r>
            <a:endParaRPr kumimoji="0" lang="nl-NL" sz="2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DC527EE4-6F40-2D88-ACCF-83F9CDBB5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542" y="557784"/>
            <a:ext cx="3060552" cy="1525291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7C3E6C66-C7A8-0126-DB79-FDA09AA31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147" y="660018"/>
            <a:ext cx="3504889" cy="1321709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317A7E49-FAB4-0AD6-E0EF-3AE7ECE08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301" y="2573756"/>
            <a:ext cx="7186897" cy="332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834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F1F3CF-B683-AE8A-8493-5E7A08A09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F42A9FE-EF3A-2D26-BC59-5512FF76F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A8DA40-C9E5-6C3C-F630-943AA190E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0" y="747102"/>
            <a:ext cx="4110586" cy="1719072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Scene </a:t>
            </a:r>
            <a:r>
              <a:rPr lang="nl-NL" sz="5400" dirty="0" err="1"/>
              <a:t>Representation</a:t>
            </a:r>
            <a:endParaRPr lang="nl-BE" sz="54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8426822D-346B-49F9-3C6C-6D4117F77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915DB14-C638-8E12-DE37-99527AD81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916606" cy="3410712"/>
          </a:xfrm>
        </p:spPr>
        <p:txBody>
          <a:bodyPr anchor="t">
            <a:normAutofit fontScale="85000" lnSpcReduction="10000"/>
          </a:bodyPr>
          <a:lstStyle/>
          <a:p>
            <a:r>
              <a:rPr lang="nl-NL" dirty="0" err="1"/>
              <a:t>glTF</a:t>
            </a:r>
            <a:r>
              <a:rPr lang="nl-NL" dirty="0"/>
              <a:t> format</a:t>
            </a:r>
          </a:p>
          <a:p>
            <a:pPr lvl="1"/>
            <a:r>
              <a:rPr lang="nl-NL" dirty="0"/>
              <a:t>+Y : Up</a:t>
            </a:r>
          </a:p>
          <a:p>
            <a:pPr lvl="1"/>
            <a:r>
              <a:rPr lang="nl-NL" dirty="0"/>
              <a:t>+Z : Forward</a:t>
            </a:r>
          </a:p>
          <a:p>
            <a:pPr lvl="1"/>
            <a:r>
              <a:rPr lang="nl-NL" dirty="0"/>
              <a:t>+X : Right</a:t>
            </a:r>
          </a:p>
          <a:p>
            <a:r>
              <a:rPr lang="nl-NL" dirty="0"/>
              <a:t>Framework</a:t>
            </a:r>
          </a:p>
          <a:p>
            <a:pPr lvl="1"/>
            <a:r>
              <a:rPr lang="nl-NL" dirty="0"/>
              <a:t>+Y : Forward</a:t>
            </a:r>
          </a:p>
          <a:p>
            <a:pPr lvl="1"/>
            <a:r>
              <a:rPr lang="nl-NL" dirty="0"/>
              <a:t>+Z : Up</a:t>
            </a:r>
          </a:p>
          <a:p>
            <a:pPr lvl="1"/>
            <a:r>
              <a:rPr lang="nl-NL" dirty="0"/>
              <a:t>+X : Right</a:t>
            </a:r>
          </a:p>
          <a:p>
            <a:r>
              <a:rPr lang="nl-NL" dirty="0" err="1"/>
              <a:t>Rootnode</a:t>
            </a:r>
            <a:r>
              <a:rPr lang="nl-NL" dirty="0"/>
              <a:t> is </a:t>
            </a:r>
            <a:r>
              <a:rPr lang="nl-NL" dirty="0" err="1"/>
              <a:t>transformed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file</a:t>
            </a:r>
            <a:endParaRPr lang="nl-BE" dirty="0"/>
          </a:p>
          <a:p>
            <a:pPr lvl="1"/>
            <a:endParaRPr lang="nl-NL" sz="2200" dirty="0"/>
          </a:p>
          <a:p>
            <a:pPr marL="457200" lvl="1" indent="0">
              <a:buNone/>
            </a:pPr>
            <a:endParaRPr lang="nl-NL" sz="2200" dirty="0"/>
          </a:p>
          <a:p>
            <a:pPr lvl="1"/>
            <a:endParaRPr lang="nl-NL" sz="22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4A04AA2A-05E3-10FD-EBCB-9A588A465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2331594"/>
            <a:ext cx="5919405" cy="611671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BBFB8FD0-DD9E-CAB6-43FE-78C02B68B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6" y="3255119"/>
            <a:ext cx="4732294" cy="131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500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3EDC4-03F7-1B86-FF05-1D59FBDBB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pic>
        <p:nvPicPr>
          <p:cNvPr id="4" name="Sponza Scene">
            <a:hlinkClick r:id="" action="ppaction://media"/>
            <a:extLst>
              <a:ext uri="{FF2B5EF4-FFF2-40B4-BE49-F238E27FC236}">
                <a16:creationId xmlns:a16="http://schemas.microsoft.com/office/drawing/2014/main" id="{F88406FD-E577-2F52-77C6-C9FBB2E97097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672617" y="731043"/>
            <a:ext cx="6846765" cy="5395913"/>
          </a:xfrm>
        </p:spPr>
      </p:pic>
    </p:spTree>
    <p:extLst>
      <p:ext uri="{BB962C8B-B14F-4D97-AF65-F5344CB8AC3E}">
        <p14:creationId xmlns:p14="http://schemas.microsoft.com/office/powerpoint/2010/main" val="193692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98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D8BA30-9FEB-0D3B-EE48-A1107A715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716" y="955309"/>
            <a:ext cx="7074568" cy="289897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69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155</Words>
  <Application>Microsoft Office PowerPoint</Application>
  <PresentationFormat>Breedbeeld</PresentationFormat>
  <Paragraphs>42</Paragraphs>
  <Slides>10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Kantoorthema</vt:lpstr>
      <vt:lpstr>Vulkan Renderer</vt:lpstr>
      <vt:lpstr>Core Architecture</vt:lpstr>
      <vt:lpstr>Diagram</vt:lpstr>
      <vt:lpstr>Object Creation : Builder Pattern </vt:lpstr>
      <vt:lpstr>Object Creation : Create method</vt:lpstr>
      <vt:lpstr>Core : Context</vt:lpstr>
      <vt:lpstr>Scene Data</vt:lpstr>
      <vt:lpstr>Scene Representation</vt:lpstr>
      <vt:lpstr>PowerPoint-presentatie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Senne GOEMINNE</dc:creator>
  <cp:lastModifiedBy>Senne GOEMINNE</cp:lastModifiedBy>
  <cp:revision>12</cp:revision>
  <dcterms:created xsi:type="dcterms:W3CDTF">2026-05-31T19:44:56Z</dcterms:created>
  <dcterms:modified xsi:type="dcterms:W3CDTF">2026-05-31T20:43:18Z</dcterms:modified>
</cp:coreProperties>
</file>